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evidence anchor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project-authored fixture contains no personal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